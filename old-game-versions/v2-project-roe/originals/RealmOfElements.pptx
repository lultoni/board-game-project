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1AAD1C-6B08-4D2C-BAE4-65A8D8D4CD92}">
  <a:tblStyle styleId="{811AAD1C-6B08-4D2C-BAE4-65A8D8D4CD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63a75b4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63a75b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63a75b4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863a75b4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8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5" Type="http://schemas.openxmlformats.org/officeDocument/2006/relationships/image" Target="../media/image9.png"/><Relationship Id="rId1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699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400" y="4327800"/>
            <a:ext cx="638850" cy="6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8675" y="4324675"/>
            <a:ext cx="638850" cy="62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7175" y="4324675"/>
            <a:ext cx="638850" cy="6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875" y="4324674"/>
            <a:ext cx="638850" cy="62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49275" y="4324675"/>
            <a:ext cx="638850" cy="62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3050" y="3704725"/>
            <a:ext cx="632497" cy="6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54575" y="3704725"/>
            <a:ext cx="632497" cy="6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49275" y="3704725"/>
            <a:ext cx="632497" cy="6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0350" y="3704725"/>
            <a:ext cx="632497" cy="6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25500" y="3704725"/>
            <a:ext cx="632497" cy="6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5217225" y="270275"/>
            <a:ext cx="16545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Spieler: Jonathan</a:t>
            </a:r>
            <a:br>
              <a:rPr lang="de"/>
            </a:br>
            <a:r>
              <a:rPr lang="de"/>
              <a:t>Spell Tokens: 5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5217225" y="4226363"/>
            <a:ext cx="16545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Spieler: Elias</a:t>
            </a:r>
            <a:br>
              <a:rPr lang="de"/>
            </a:br>
            <a:r>
              <a:rPr lang="de"/>
              <a:t>Spell Tokens: 5</a:t>
            </a:r>
            <a:endParaRPr/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80062" y="184650"/>
            <a:ext cx="581525" cy="57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77925" y="209713"/>
            <a:ext cx="581550" cy="57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67525" y="171158"/>
            <a:ext cx="581550" cy="57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50975" y="159546"/>
            <a:ext cx="632500" cy="62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75800" y="184635"/>
            <a:ext cx="632500" cy="623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80050" y="807690"/>
            <a:ext cx="581550" cy="57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77925" y="807690"/>
            <a:ext cx="581550" cy="57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75800" y="807690"/>
            <a:ext cx="581550" cy="57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57325" y="807690"/>
            <a:ext cx="581550" cy="57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738875" y="807690"/>
            <a:ext cx="581550" cy="572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286650" y="278475"/>
            <a:ext cx="4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" name="Google Shape;82;p1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{811AAD1C-6B08-4D2C-BAE4-65A8D8D4CD92}</a:tableStyleId>
              </a:tblPr>
              <a:tblGrid>
                <a:gridCol w="1016900"/>
                <a:gridCol w="1656350"/>
                <a:gridCol w="1472300"/>
                <a:gridCol w="1303175"/>
                <a:gridCol w="1573250"/>
                <a:gridCol w="18542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Feuerzauber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Wasserzauber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Erdzauber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Luftzauber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Geistzauber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Angriff: 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Greift eine gegnerische Figur an.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Feuerball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Tötet das Ziel und wirkt den Inferno-Effekt für 1 Runde auf dem gleichen Feld.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Eisspeer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Tötet das Ziel.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Felssturz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Tötet das Ziel und macht das Feld für zwei Runden unzugänglich.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Sturmwind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Tötet das Ziel und stößt umliegende Figuren um einen Platz zurück.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Seelensog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 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Tötet das Ziel und nimmt dem Gegner einen Zaubermarke ab, wenn er mindestens 1 Marke besitzt.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Verteidigung: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Verteidige den ausführenden Magier und eine benachbarte Wache.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Brennende Barriere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Immun gegen Angriffe (nicht gegen Zauber) für eine Runde.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Aqua-Schild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Immun gegen Zauber für eine Runde.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Steinmauer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Immun gegen Zauber für eine Runde.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Windkugel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Der auf den Magier ausgeführte Zauber wird auch auf den Angreifer angewendet, hält eine Runde an.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Ätherischer Schild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 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Immun gegen Zauber für eine Runde.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Nutzung: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Gebe Figuren oder Feldern einen Effekt.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Inferno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Ein 3x1 Bereich, in dem jede Figur stirbt, die hindurchgeht, kann nicht auf besetzen Feldern benutzet werden, dauert zwei Runden an.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Gezeitenwelle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Stößt alle Figuren, die sich in Reichweite + 2 befinden, um zwei Felder zurück.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Erbeben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Ein 2x2 Bereich, in dem alle Figuren eine Runde aussetzen.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Zephyr‘s Schritt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Bewege dich auf ein benachbartes Feld.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Seelentausch</a:t>
                      </a:r>
                      <a:b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b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Wirkung:</a:t>
                      </a:r>
                      <a:r>
                        <a:rPr lang="d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Tausche zwei deiner eigenen Figuren.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